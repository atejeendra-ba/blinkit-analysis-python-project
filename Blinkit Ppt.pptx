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C35F9D-5E3B-46F7-B591-366E458FA876}" v="73" dt="2026-03-03T16:51:26.6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Tejeendra" userId="d434f8a03a933616" providerId="LiveId" clId="{0F7692B6-FED9-4A9B-BEDA-41D227BB1C04}"/>
    <pc:docChg chg="undo custSel addSld modSld">
      <pc:chgData name="A Tejeendra" userId="d434f8a03a933616" providerId="LiveId" clId="{0F7692B6-FED9-4A9B-BEDA-41D227BB1C04}" dt="2026-03-03T16:53:28.398" v="2422" actId="20577"/>
      <pc:docMkLst>
        <pc:docMk/>
      </pc:docMkLst>
      <pc:sldChg chg="addSp delSp modSp new mod modClrScheme chgLayout">
        <pc:chgData name="A Tejeendra" userId="d434f8a03a933616" providerId="LiveId" clId="{0F7692B6-FED9-4A9B-BEDA-41D227BB1C04}" dt="2026-03-03T15:51:09.860" v="458" actId="1076"/>
        <pc:sldMkLst>
          <pc:docMk/>
          <pc:sldMk cId="3106799293" sldId="256"/>
        </pc:sldMkLst>
        <pc:spChg chg="mod ord">
          <ac:chgData name="A Tejeendra" userId="d434f8a03a933616" providerId="LiveId" clId="{0F7692B6-FED9-4A9B-BEDA-41D227BB1C04}" dt="2026-03-03T15:31:26.037" v="369" actId="14100"/>
          <ac:spMkLst>
            <pc:docMk/>
            <pc:sldMk cId="3106799293" sldId="256"/>
            <ac:spMk id="2" creationId="{00144369-7F7E-CA84-6C44-FAABCD5EADDD}"/>
          </ac:spMkLst>
        </pc:spChg>
        <pc:spChg chg="add del mod">
          <ac:chgData name="A Tejeendra" userId="d434f8a03a933616" providerId="LiveId" clId="{0F7692B6-FED9-4A9B-BEDA-41D227BB1C04}" dt="2026-03-03T15:29:44.417" v="359" actId="700"/>
          <ac:spMkLst>
            <pc:docMk/>
            <pc:sldMk cId="3106799293" sldId="256"/>
            <ac:spMk id="3" creationId="{A7C5F779-4012-6DD0-1313-0E61F62B4BD1}"/>
          </ac:spMkLst>
        </pc:spChg>
        <pc:spChg chg="add del mod">
          <ac:chgData name="A Tejeendra" userId="d434f8a03a933616" providerId="LiveId" clId="{0F7692B6-FED9-4A9B-BEDA-41D227BB1C04}" dt="2026-03-03T15:34:32.231" v="405"/>
          <ac:spMkLst>
            <pc:docMk/>
            <pc:sldMk cId="3106799293" sldId="256"/>
            <ac:spMk id="4" creationId="{762E2EE7-11B4-8D2B-CA28-DA409A4543EF}"/>
          </ac:spMkLst>
        </pc:spChg>
        <pc:spChg chg="add mod">
          <ac:chgData name="A Tejeendra" userId="d434f8a03a933616" providerId="LiveId" clId="{0F7692B6-FED9-4A9B-BEDA-41D227BB1C04}" dt="2026-03-03T15:50:34.214" v="455" actId="255"/>
          <ac:spMkLst>
            <pc:docMk/>
            <pc:sldMk cId="3106799293" sldId="256"/>
            <ac:spMk id="5" creationId="{B671D645-9E38-B471-0D50-C0892BD4AC1E}"/>
          </ac:spMkLst>
        </pc:spChg>
        <pc:spChg chg="add del mod">
          <ac:chgData name="A Tejeendra" userId="d434f8a03a933616" providerId="LiveId" clId="{0F7692B6-FED9-4A9B-BEDA-41D227BB1C04}" dt="2026-03-03T15:42:42.546" v="439"/>
          <ac:spMkLst>
            <pc:docMk/>
            <pc:sldMk cId="3106799293" sldId="256"/>
            <ac:spMk id="6" creationId="{C16C2338-5D63-B201-DD26-5C61E81FFE7E}"/>
          </ac:spMkLst>
        </pc:spChg>
        <pc:spChg chg="add mod">
          <ac:chgData name="A Tejeendra" userId="d434f8a03a933616" providerId="LiveId" clId="{0F7692B6-FED9-4A9B-BEDA-41D227BB1C04}" dt="2026-03-03T15:50:45.390" v="457" actId="255"/>
          <ac:spMkLst>
            <pc:docMk/>
            <pc:sldMk cId="3106799293" sldId="256"/>
            <ac:spMk id="7" creationId="{63F8AB75-61BB-EA20-1319-7431375176F8}"/>
          </ac:spMkLst>
        </pc:spChg>
        <pc:spChg chg="add mod">
          <ac:chgData name="A Tejeendra" userId="d434f8a03a933616" providerId="LiveId" clId="{0F7692B6-FED9-4A9B-BEDA-41D227BB1C04}" dt="2026-03-03T15:51:09.860" v="458" actId="1076"/>
          <ac:spMkLst>
            <pc:docMk/>
            <pc:sldMk cId="3106799293" sldId="256"/>
            <ac:spMk id="8" creationId="{BB1A07CF-8DAF-6AE5-6DCB-722A9EE42C94}"/>
          </ac:spMkLst>
        </pc:spChg>
      </pc:sldChg>
      <pc:sldChg chg="addSp delSp modSp new mod">
        <pc:chgData name="A Tejeendra" userId="d434f8a03a933616" providerId="LiveId" clId="{0F7692B6-FED9-4A9B-BEDA-41D227BB1C04}" dt="2026-03-03T16:53:28.398" v="2422" actId="20577"/>
        <pc:sldMkLst>
          <pc:docMk/>
          <pc:sldMk cId="48809477" sldId="257"/>
        </pc:sldMkLst>
        <pc:spChg chg="add mod">
          <ac:chgData name="A Tejeendra" userId="d434f8a03a933616" providerId="LiveId" clId="{0F7692B6-FED9-4A9B-BEDA-41D227BB1C04}" dt="2026-03-03T15:55:26" v="490" actId="255"/>
          <ac:spMkLst>
            <pc:docMk/>
            <pc:sldMk cId="48809477" sldId="257"/>
            <ac:spMk id="2" creationId="{1961CA08-CBD5-58D4-2F4B-D6F4FF4C4033}"/>
          </ac:spMkLst>
        </pc:spChg>
        <pc:spChg chg="add del mod">
          <ac:chgData name="A Tejeendra" userId="d434f8a03a933616" providerId="LiveId" clId="{0F7692B6-FED9-4A9B-BEDA-41D227BB1C04}" dt="2026-03-03T15:58:06.173" v="526"/>
          <ac:spMkLst>
            <pc:docMk/>
            <pc:sldMk cId="48809477" sldId="257"/>
            <ac:spMk id="3" creationId="{9C3BA42E-AADC-1276-B4F5-95ADFAEA9F83}"/>
          </ac:spMkLst>
        </pc:spChg>
        <pc:spChg chg="add del mod">
          <ac:chgData name="A Tejeendra" userId="d434f8a03a933616" providerId="LiveId" clId="{0F7692B6-FED9-4A9B-BEDA-41D227BB1C04}" dt="2026-03-03T16:11:27.341" v="536" actId="478"/>
          <ac:spMkLst>
            <pc:docMk/>
            <pc:sldMk cId="48809477" sldId="257"/>
            <ac:spMk id="4" creationId="{831D1485-1F7C-C3DA-CC03-230EC9ADBBAB}"/>
          </ac:spMkLst>
        </pc:spChg>
        <pc:spChg chg="add del mod">
          <ac:chgData name="A Tejeendra" userId="d434f8a03a933616" providerId="LiveId" clId="{0F7692B6-FED9-4A9B-BEDA-41D227BB1C04}" dt="2026-03-03T15:58:06.166" v="524" actId="478"/>
          <ac:spMkLst>
            <pc:docMk/>
            <pc:sldMk cId="48809477" sldId="257"/>
            <ac:spMk id="5" creationId="{2652F22D-DDA3-2F29-B3FC-0EE0D40720DB}"/>
          </ac:spMkLst>
        </pc:spChg>
        <pc:spChg chg="add del mod">
          <ac:chgData name="A Tejeendra" userId="d434f8a03a933616" providerId="LiveId" clId="{0F7692B6-FED9-4A9B-BEDA-41D227BB1C04}" dt="2026-03-03T16:11:27.341" v="536" actId="478"/>
          <ac:spMkLst>
            <pc:docMk/>
            <pc:sldMk cId="48809477" sldId="257"/>
            <ac:spMk id="6" creationId="{CE5B7436-EBFD-BD6F-8579-C52CF8FA4836}"/>
          </ac:spMkLst>
        </pc:spChg>
        <pc:spChg chg="add del mod">
          <ac:chgData name="A Tejeendra" userId="d434f8a03a933616" providerId="LiveId" clId="{0F7692B6-FED9-4A9B-BEDA-41D227BB1C04}" dt="2026-03-03T16:15:35.995" v="547"/>
          <ac:spMkLst>
            <pc:docMk/>
            <pc:sldMk cId="48809477" sldId="257"/>
            <ac:spMk id="7" creationId="{DB5E2E6D-0F48-AF0D-FE03-AAD2AF9F5BA0}"/>
          </ac:spMkLst>
        </pc:spChg>
        <pc:spChg chg="add mod">
          <ac:chgData name="A Tejeendra" userId="d434f8a03a933616" providerId="LiveId" clId="{0F7692B6-FED9-4A9B-BEDA-41D227BB1C04}" dt="2026-03-03T16:15:31.916" v="545" actId="13926"/>
          <ac:spMkLst>
            <pc:docMk/>
            <pc:sldMk cId="48809477" sldId="257"/>
            <ac:spMk id="8" creationId="{757922B7-981E-1D1D-972A-1AE486A01F4D}"/>
          </ac:spMkLst>
        </pc:spChg>
        <pc:spChg chg="add del mod">
          <ac:chgData name="A Tejeendra" userId="d434f8a03a933616" providerId="LiveId" clId="{0F7692B6-FED9-4A9B-BEDA-41D227BB1C04}" dt="2026-03-03T16:16:45.049" v="556"/>
          <ac:spMkLst>
            <pc:docMk/>
            <pc:sldMk cId="48809477" sldId="257"/>
            <ac:spMk id="9" creationId="{A639D85D-6B42-9DC0-4EA5-F39D38064E39}"/>
          </ac:spMkLst>
        </pc:spChg>
        <pc:spChg chg="add del mod">
          <ac:chgData name="A Tejeendra" userId="d434f8a03a933616" providerId="LiveId" clId="{0F7692B6-FED9-4A9B-BEDA-41D227BB1C04}" dt="2026-03-03T16:16:45.045" v="554" actId="478"/>
          <ac:spMkLst>
            <pc:docMk/>
            <pc:sldMk cId="48809477" sldId="257"/>
            <ac:spMk id="10" creationId="{A18D63FD-B85D-5127-CB1F-0F87BADE296E}"/>
          </ac:spMkLst>
        </pc:spChg>
        <pc:spChg chg="add del mod">
          <ac:chgData name="A Tejeendra" userId="d434f8a03a933616" providerId="LiveId" clId="{0F7692B6-FED9-4A9B-BEDA-41D227BB1C04}" dt="2026-03-03T16:16:45.045" v="554" actId="478"/>
          <ac:spMkLst>
            <pc:docMk/>
            <pc:sldMk cId="48809477" sldId="257"/>
            <ac:spMk id="11" creationId="{6E3B8EA3-D3A8-512F-142C-A97061C0A461}"/>
          </ac:spMkLst>
        </pc:spChg>
        <pc:spChg chg="add del mod">
          <ac:chgData name="A Tejeendra" userId="d434f8a03a933616" providerId="LiveId" clId="{0F7692B6-FED9-4A9B-BEDA-41D227BB1C04}" dt="2026-03-03T16:18:25.688" v="562"/>
          <ac:spMkLst>
            <pc:docMk/>
            <pc:sldMk cId="48809477" sldId="257"/>
            <ac:spMk id="12" creationId="{11E2970C-2726-623D-6DE1-BECDE83C07B2}"/>
          </ac:spMkLst>
        </pc:spChg>
        <pc:spChg chg="add del mod">
          <ac:chgData name="A Tejeendra" userId="d434f8a03a933616" providerId="LiveId" clId="{0F7692B6-FED9-4A9B-BEDA-41D227BB1C04}" dt="2026-03-03T16:27:16.095" v="879" actId="478"/>
          <ac:spMkLst>
            <pc:docMk/>
            <pc:sldMk cId="48809477" sldId="257"/>
            <ac:spMk id="13" creationId="{0D94B182-D367-624C-8D0F-5942FE4CD85E}"/>
          </ac:spMkLst>
        </pc:spChg>
        <pc:spChg chg="add del mod">
          <ac:chgData name="A Tejeendra" userId="d434f8a03a933616" providerId="LiveId" clId="{0F7692B6-FED9-4A9B-BEDA-41D227BB1C04}" dt="2026-03-03T16:18:25.690" v="564"/>
          <ac:spMkLst>
            <pc:docMk/>
            <pc:sldMk cId="48809477" sldId="257"/>
            <ac:spMk id="14" creationId="{069BA4C8-317F-E8F4-2E35-2BD479E81B3A}"/>
          </ac:spMkLst>
        </pc:spChg>
        <pc:spChg chg="add del mod">
          <ac:chgData name="A Tejeendra" userId="d434f8a03a933616" providerId="LiveId" clId="{0F7692B6-FED9-4A9B-BEDA-41D227BB1C04}" dt="2026-03-03T16:26:57.445" v="862"/>
          <ac:spMkLst>
            <pc:docMk/>
            <pc:sldMk cId="48809477" sldId="257"/>
            <ac:spMk id="15" creationId="{5589BB93-7870-E953-4DA7-E71746882DC4}"/>
          </ac:spMkLst>
        </pc:spChg>
        <pc:spChg chg="add mod">
          <ac:chgData name="A Tejeendra" userId="d434f8a03a933616" providerId="LiveId" clId="{0F7692B6-FED9-4A9B-BEDA-41D227BB1C04}" dt="2026-03-03T16:53:28.398" v="2422" actId="20577"/>
          <ac:spMkLst>
            <pc:docMk/>
            <pc:sldMk cId="48809477" sldId="257"/>
            <ac:spMk id="16" creationId="{D1A796D1-F5A5-F555-F5AB-3BA96233C6CE}"/>
          </ac:spMkLst>
        </pc:spChg>
        <pc:spChg chg="add mod">
          <ac:chgData name="A Tejeendra" userId="d434f8a03a933616" providerId="LiveId" clId="{0F7692B6-FED9-4A9B-BEDA-41D227BB1C04}" dt="2026-03-03T16:53:26.217" v="2421" actId="20577"/>
          <ac:spMkLst>
            <pc:docMk/>
            <pc:sldMk cId="48809477" sldId="257"/>
            <ac:spMk id="17" creationId="{7CC365C5-ED4E-6160-5249-5F352CACD6B4}"/>
          </ac:spMkLst>
        </pc:spChg>
      </pc:sldChg>
      <pc:sldChg chg="addSp delSp modSp new mod">
        <pc:chgData name="A Tejeendra" userId="d434f8a03a933616" providerId="LiveId" clId="{0F7692B6-FED9-4A9B-BEDA-41D227BB1C04}" dt="2026-03-03T16:53:20.637" v="2420" actId="20577"/>
        <pc:sldMkLst>
          <pc:docMk/>
          <pc:sldMk cId="3907154204" sldId="258"/>
        </pc:sldMkLst>
        <pc:spChg chg="add del mod">
          <ac:chgData name="A Tejeendra" userId="d434f8a03a933616" providerId="LiveId" clId="{0F7692B6-FED9-4A9B-BEDA-41D227BB1C04}" dt="2026-03-03T16:48:15.612" v="1901"/>
          <ac:spMkLst>
            <pc:docMk/>
            <pc:sldMk cId="3907154204" sldId="258"/>
            <ac:spMk id="2" creationId="{E8D6CF6E-8444-1350-9A3A-3DA015EA7184}"/>
          </ac:spMkLst>
        </pc:spChg>
        <pc:spChg chg="add del mod">
          <ac:chgData name="A Tejeendra" userId="d434f8a03a933616" providerId="LiveId" clId="{0F7692B6-FED9-4A9B-BEDA-41D227BB1C04}" dt="2026-03-03T16:48:15.614" v="1903"/>
          <ac:spMkLst>
            <pc:docMk/>
            <pc:sldMk cId="3907154204" sldId="258"/>
            <ac:spMk id="3" creationId="{22301B3D-601B-BD89-7FE1-2843BA818209}"/>
          </ac:spMkLst>
        </pc:spChg>
        <pc:spChg chg="add mod">
          <ac:chgData name="A Tejeendra" userId="d434f8a03a933616" providerId="LiveId" clId="{0F7692B6-FED9-4A9B-BEDA-41D227BB1C04}" dt="2026-03-03T16:53:20.637" v="2420" actId="20577"/>
          <ac:spMkLst>
            <pc:docMk/>
            <pc:sldMk cId="3907154204" sldId="258"/>
            <ac:spMk id="4" creationId="{AD8B5B95-1451-FD1B-33A3-30C267F1E589}"/>
          </ac:spMkLst>
        </pc:spChg>
        <pc:spChg chg="add mod">
          <ac:chgData name="A Tejeendra" userId="d434f8a03a933616" providerId="LiveId" clId="{0F7692B6-FED9-4A9B-BEDA-41D227BB1C04}" dt="2026-03-03T16:53:18.501" v="2419" actId="20577"/>
          <ac:spMkLst>
            <pc:docMk/>
            <pc:sldMk cId="3907154204" sldId="258"/>
            <ac:spMk id="5" creationId="{2FCD4721-9B8F-5E1B-7481-3E839496E7BD}"/>
          </ac:spMkLst>
        </pc:spChg>
      </pc:sldChg>
      <pc:sldChg chg="addSp modSp new mod">
        <pc:chgData name="A Tejeendra" userId="d434f8a03a933616" providerId="LiveId" clId="{0F7692B6-FED9-4A9B-BEDA-41D227BB1C04}" dt="2026-03-03T16:53:08.076" v="2418" actId="20577"/>
        <pc:sldMkLst>
          <pc:docMk/>
          <pc:sldMk cId="1104844763" sldId="259"/>
        </pc:sldMkLst>
        <pc:spChg chg="add mod">
          <ac:chgData name="A Tejeendra" userId="d434f8a03a933616" providerId="LiveId" clId="{0F7692B6-FED9-4A9B-BEDA-41D227BB1C04}" dt="2026-03-03T16:53:08.076" v="2418" actId="20577"/>
          <ac:spMkLst>
            <pc:docMk/>
            <pc:sldMk cId="1104844763" sldId="259"/>
            <ac:spMk id="2" creationId="{18DE53E2-B1B6-56F3-D976-E56521233069}"/>
          </ac:spMkLst>
        </pc:spChg>
        <pc:spChg chg="add mod">
          <ac:chgData name="A Tejeendra" userId="d434f8a03a933616" providerId="LiveId" clId="{0F7692B6-FED9-4A9B-BEDA-41D227BB1C04}" dt="2026-03-03T16:53:04.650" v="2417" actId="20577"/>
          <ac:spMkLst>
            <pc:docMk/>
            <pc:sldMk cId="1104844763" sldId="259"/>
            <ac:spMk id="3" creationId="{4B517B0E-6AD8-D4DA-6C19-5E0A20F6C7F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ECD70-FC90-9585-4D61-1173F4BEC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71AF2F-4323-3EFA-F92C-E58ED1248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A3581-CE7E-B00B-2DAD-5363C40D1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9CA1-96D9-4C00-A2EB-1798370E168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474A7-1E6A-9CFB-BFE0-F6C104191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7AAB-CCFA-53E5-D244-688AB61B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03C1-6CD8-45FE-8E75-603195B55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067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FF084-3E13-2CA9-25D6-1B13C6038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015E2-3CA8-8C02-4701-88DD5CE9F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2E979-9035-0CDF-2B9D-4A77D00DA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9CA1-96D9-4C00-A2EB-1798370E168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947C7-59FE-4268-BCB1-A7F9B9916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4D93D-4E4F-7955-EB9F-D9F473B69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03C1-6CD8-45FE-8E75-603195B55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85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17FA4-E305-4963-6F1B-5589EED01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DA4F5-916B-27CD-6A18-ED602DDC3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08872-B111-D9E5-40B4-A07C2D52B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9CA1-96D9-4C00-A2EB-1798370E168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D66F6-86C3-6033-F44E-17BA32705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01EED-D139-00E3-E47A-7395BDE90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03C1-6CD8-45FE-8E75-603195B55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308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E68F8-F08F-7D13-1FCC-91F0D3CDD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3CAF5-0358-A1C2-5A53-A3444D876C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609DE-6F2B-FA4B-17B2-27A251A4C5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91233-1F93-40D4-5B02-5F89A8ED4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9CA1-96D9-4C00-A2EB-1798370E168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FCDC3-8DF2-5CA8-12C5-246B60DB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CA74A-47A4-984F-FBF8-7AAB9EEC5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03C1-6CD8-45FE-8E75-603195B55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241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C36E-C0F7-B693-AF93-4CE60EB56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0E5E7-2E7F-81D1-D96A-0423EADA6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8F260-F042-370A-DCBE-B28035474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0190A-49F7-A042-98CD-147D7B2C7F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D03A5A-91D6-9825-3C99-D643152DCA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06B6D2-1D67-3140-3F79-F7BBC11EF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9CA1-96D9-4C00-A2EB-1798370E168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D4EB9-F3CD-AC13-FA81-52C6054F7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A5A5B3-1064-EACB-FEAC-261B0F38A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03C1-6CD8-45FE-8E75-603195B55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35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B0BE7-868E-1D8F-0687-1ADAB3380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0E0F0D-F08F-B22C-DC0E-108B343A8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9CA1-96D9-4C00-A2EB-1798370E168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5B657-B27D-52B8-0B89-67F25BE82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8E1645-D985-1ACC-97E8-869A6CF3A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03C1-6CD8-45FE-8E75-603195B55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926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5A1F2F-8DE6-1DB6-9551-19BB6AF76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9CA1-96D9-4C00-A2EB-1798370E168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DDF3E4-B98A-829A-81BA-97C03867C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D24FA-4CA9-2632-C426-2CCFCB66A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03C1-6CD8-45FE-8E75-603195B55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942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3073D-7247-08C2-3729-173C1C7A1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68597-2C0A-F5C7-1809-218746023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FC34A-40AE-9F86-95ED-DB8666F5F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11FC4-F692-5131-7326-72C67A5C0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9CA1-96D9-4C00-A2EB-1798370E168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81177-8A0D-DEF3-C745-3A02BF8DA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B519D-03D5-710D-B5CA-280847A72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03C1-6CD8-45FE-8E75-603195B55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738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6C6E-07F5-B975-D2A3-DE17E495F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63A8C1-169D-9D55-C802-FD18B3FE6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8627A-877C-794F-1BE2-1EDDC03B3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B2A5D-2D46-16EB-1B43-7DCA4700E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9CA1-96D9-4C00-A2EB-1798370E168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005205-D4FD-736D-E960-05575FB62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FCF00-FCB6-E108-F388-F103363EA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03C1-6CD8-45FE-8E75-603195B55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22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72E7-0656-A37C-4B58-4E34DE9CF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53946-0ECE-62C6-CA7D-58CA87FE3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C91BE-A603-6B72-AE53-1E2A0783C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9CA1-96D9-4C00-A2EB-1798370E168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31ADA-0F74-DF2B-B608-B4232ACF7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50F1E-5695-2389-499E-BCAAC7F97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03C1-6CD8-45FE-8E75-603195B55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397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0FCF05-7FD0-2B83-9308-E8CC63E218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295888-4DE8-29B3-D7D4-BFE818E1B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9B6EC-DC0B-7C72-92E9-236586F93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9CA1-96D9-4C00-A2EB-1798370E168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4DEA-47CE-1C29-0B8E-2A5BA9FE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18624-CFE3-928F-6134-540F35421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03C1-6CD8-45FE-8E75-603195B55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767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6B8F21-3647-3881-984E-33193D472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558AB-3CA2-9FA3-7B33-70E7E873A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EBB04-2966-80F4-C8A7-B59FC1B3DA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29CA1-96D9-4C00-A2EB-1798370E168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BA928-BF0D-6971-1626-7B600DF7A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D3088-4FE1-9FD0-C653-6ACB6E2AAA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503C1-6CD8-45FE-8E75-603195B55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45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44369-7F7E-CA84-6C44-FAABCD5EA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90239" cy="68692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err="1">
                <a:highlight>
                  <a:srgbClr val="FFFF00"/>
                </a:highlight>
                <a:latin typeface="+mn-lt"/>
              </a:rPr>
              <a:t>Blinkit</a:t>
            </a:r>
            <a:r>
              <a:rPr lang="en-US" sz="3200" b="1" dirty="0">
                <a:highlight>
                  <a:srgbClr val="FFFF00"/>
                </a:highlight>
                <a:latin typeface="+mn-lt"/>
              </a:rPr>
              <a:t> Analysis</a:t>
            </a:r>
            <a:endParaRPr lang="en-IN" sz="3200" b="1" dirty="0">
              <a:highlight>
                <a:srgbClr val="FFFF00"/>
              </a:highlight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71D645-9E38-B471-0D50-C0892BD4AC1E}"/>
              </a:ext>
            </a:extLst>
          </p:cNvPr>
          <p:cNvSpPr txBox="1"/>
          <p:nvPr/>
        </p:nvSpPr>
        <p:spPr>
          <a:xfrm>
            <a:off x="709151" y="1167580"/>
            <a:ext cx="106483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Business Requirements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The primary objective of this project is to conduct a </a:t>
            </a:r>
            <a:r>
              <a:rPr lang="en-US" b="1" dirty="0"/>
              <a:t>comprehensive analysis of </a:t>
            </a:r>
            <a:r>
              <a:rPr lang="en-US" b="1" dirty="0" err="1"/>
              <a:t>Blinkit's</a:t>
            </a:r>
            <a:r>
              <a:rPr lang="en-US" b="1" dirty="0"/>
              <a:t> sales performance, customer satisfaction, and inventory distribution</a:t>
            </a:r>
            <a:r>
              <a:rPr lang="en-US" dirty="0"/>
              <a:t>. The goal is to identify key insights and opportunities for optimization by utilizing various KPIs and visualizations within Power BI.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8AB75-61BB-EA20-1319-7431375176F8}"/>
              </a:ext>
            </a:extLst>
          </p:cNvPr>
          <p:cNvSpPr txBox="1"/>
          <p:nvPr/>
        </p:nvSpPr>
        <p:spPr>
          <a:xfrm>
            <a:off x="838200" y="3323303"/>
            <a:ext cx="100166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KPI’s Requirements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  <a:p>
            <a:endParaRPr lang="en-IN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B1A07CF-8DAF-6AE5-6DCB-722A9EE42C9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09151" y="3877300"/>
            <a:ext cx="897562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Represents the overall revenue generated from all items sold.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Calculated as the average revenue generated per individual sale.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total count of unique items sold.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average customer rating given for the items sold.</a:t>
            </a:r>
          </a:p>
        </p:txBody>
      </p:sp>
    </p:spTree>
    <p:extLst>
      <p:ext uri="{BB962C8B-B14F-4D97-AF65-F5344CB8AC3E}">
        <p14:creationId xmlns:p14="http://schemas.microsoft.com/office/powerpoint/2010/main" val="3106799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61CA08-CBD5-58D4-2F4B-D6F4FF4C4033}"/>
              </a:ext>
            </a:extLst>
          </p:cNvPr>
          <p:cNvSpPr txBox="1"/>
          <p:nvPr/>
        </p:nvSpPr>
        <p:spPr>
          <a:xfrm>
            <a:off x="555522" y="437536"/>
            <a:ext cx="11017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Business Requirements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7922B7-981E-1D1D-972A-1AE486A01F4D}"/>
              </a:ext>
            </a:extLst>
          </p:cNvPr>
          <p:cNvSpPr txBox="1"/>
          <p:nvPr/>
        </p:nvSpPr>
        <p:spPr>
          <a:xfrm rot="10800000" flipH="1" flipV="1">
            <a:off x="555522" y="1078778"/>
            <a:ext cx="7108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00FFFF"/>
                </a:highlight>
              </a:rPr>
              <a:t>Charts Requirements (Top 5)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A796D1-F5A5-F555-F5AB-3BA96233C6CE}"/>
              </a:ext>
            </a:extLst>
          </p:cNvPr>
          <p:cNvSpPr txBox="1"/>
          <p:nvPr/>
        </p:nvSpPr>
        <p:spPr>
          <a:xfrm>
            <a:off x="555522" y="1627687"/>
            <a:ext cx="108843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C0C0C0"/>
                </a:highlight>
              </a:rPr>
              <a:t>Chart 1: Total Sales By Fat Content</a:t>
            </a:r>
          </a:p>
          <a:p>
            <a:endParaRPr lang="en-IN" dirty="0"/>
          </a:p>
          <a:p>
            <a:r>
              <a:rPr lang="en-IN" b="1" dirty="0"/>
              <a:t>Objective: </a:t>
            </a:r>
            <a:r>
              <a:rPr lang="en-IN" dirty="0" err="1"/>
              <a:t>Analyze</a:t>
            </a:r>
            <a:r>
              <a:rPr lang="en-IN" dirty="0"/>
              <a:t> the Impact of Fat Content on total sales.</a:t>
            </a:r>
          </a:p>
          <a:p>
            <a:endParaRPr lang="en-IN" dirty="0"/>
          </a:p>
          <a:p>
            <a:r>
              <a:rPr lang="en-IN" b="1" dirty="0"/>
              <a:t>KPI Integration: </a:t>
            </a:r>
            <a:r>
              <a:rPr lang="en-IN" dirty="0"/>
              <a:t>Assess How Average Sales, Number of Items, and Average Rating vary with fat content.</a:t>
            </a:r>
          </a:p>
          <a:p>
            <a:endParaRPr lang="en-IN" dirty="0"/>
          </a:p>
          <a:p>
            <a:r>
              <a:rPr lang="en-IN" b="1" dirty="0"/>
              <a:t>Chart Type: </a:t>
            </a:r>
            <a:r>
              <a:rPr lang="en-IN" dirty="0"/>
              <a:t>Donut Chart.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C365C5-ED4E-6160-5249-5F352CACD6B4}"/>
              </a:ext>
            </a:extLst>
          </p:cNvPr>
          <p:cNvSpPr txBox="1"/>
          <p:nvPr/>
        </p:nvSpPr>
        <p:spPr>
          <a:xfrm>
            <a:off x="555522" y="3936011"/>
            <a:ext cx="108843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C0C0C0"/>
                </a:highlight>
              </a:rPr>
              <a:t>Chart 2: Total Sales By Items Type</a:t>
            </a:r>
          </a:p>
          <a:p>
            <a:endParaRPr lang="en-IN" dirty="0"/>
          </a:p>
          <a:p>
            <a:r>
              <a:rPr lang="en-IN" b="1" dirty="0"/>
              <a:t>Objective: </a:t>
            </a:r>
            <a:r>
              <a:rPr lang="en-IN" dirty="0"/>
              <a:t>Identify the performance of different item types (categories) in terms of total sales.</a:t>
            </a:r>
          </a:p>
          <a:p>
            <a:endParaRPr lang="en-IN" dirty="0"/>
          </a:p>
          <a:p>
            <a:r>
              <a:rPr lang="en-IN" b="1" dirty="0"/>
              <a:t>KPI Integration: </a:t>
            </a:r>
            <a:r>
              <a:rPr lang="en-IN" dirty="0"/>
              <a:t>Assess How Average Sales, Number of Items, and Average Rating vary with .</a:t>
            </a:r>
          </a:p>
          <a:p>
            <a:endParaRPr lang="en-IN" dirty="0"/>
          </a:p>
          <a:p>
            <a:r>
              <a:rPr lang="en-IN" b="1" dirty="0"/>
              <a:t>Chart Type: </a:t>
            </a:r>
            <a:r>
              <a:rPr lang="en-IN" dirty="0"/>
              <a:t>Bar Chart.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09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8B5B95-1451-FD1B-33A3-30C267F1E589}"/>
              </a:ext>
            </a:extLst>
          </p:cNvPr>
          <p:cNvSpPr txBox="1"/>
          <p:nvPr/>
        </p:nvSpPr>
        <p:spPr>
          <a:xfrm>
            <a:off x="634179" y="851618"/>
            <a:ext cx="108843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C0C0C0"/>
                </a:highlight>
              </a:rPr>
              <a:t>Chart 3: Fat Content by Outlet for Total Sales</a:t>
            </a:r>
          </a:p>
          <a:p>
            <a:endParaRPr lang="en-IN" dirty="0"/>
          </a:p>
          <a:p>
            <a:r>
              <a:rPr lang="en-IN" b="1" dirty="0"/>
              <a:t>Objective: </a:t>
            </a:r>
            <a:r>
              <a:rPr lang="en-IN" dirty="0"/>
              <a:t>Compare total sales across different outlet types segmented by fat content.</a:t>
            </a:r>
          </a:p>
          <a:p>
            <a:endParaRPr lang="en-IN" dirty="0"/>
          </a:p>
          <a:p>
            <a:r>
              <a:rPr lang="en-IN" b="1" dirty="0"/>
              <a:t>KPI Integration: </a:t>
            </a:r>
            <a:r>
              <a:rPr lang="en-IN" dirty="0"/>
              <a:t>Assess how secondary KPI’s vary with fat content in different outlets.</a:t>
            </a:r>
          </a:p>
          <a:p>
            <a:endParaRPr lang="en-IN" dirty="0"/>
          </a:p>
          <a:p>
            <a:r>
              <a:rPr lang="en-IN" b="1" dirty="0"/>
              <a:t>Chart Type: </a:t>
            </a:r>
            <a:r>
              <a:rPr lang="en-IN" dirty="0"/>
              <a:t>Stacked Column Chart.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CD4721-9B8F-5E1B-7481-3E839496E7BD}"/>
              </a:ext>
            </a:extLst>
          </p:cNvPr>
          <p:cNvSpPr txBox="1"/>
          <p:nvPr/>
        </p:nvSpPr>
        <p:spPr>
          <a:xfrm>
            <a:off x="634180" y="3428999"/>
            <a:ext cx="108843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C0C0C0"/>
                </a:highlight>
              </a:rPr>
              <a:t>Chart 4: Total Sales by Outlet Establishment</a:t>
            </a:r>
          </a:p>
          <a:p>
            <a:endParaRPr lang="en-IN" dirty="0"/>
          </a:p>
          <a:p>
            <a:r>
              <a:rPr lang="en-IN" b="1" dirty="0"/>
              <a:t>Objective: </a:t>
            </a:r>
            <a:r>
              <a:rPr lang="en-IN" dirty="0"/>
              <a:t>Evaluate how the age or type of the outlet establishment influences total sales.</a:t>
            </a:r>
          </a:p>
          <a:p>
            <a:endParaRPr lang="en-IN" dirty="0"/>
          </a:p>
          <a:p>
            <a:r>
              <a:rPr lang="en-IN" b="1" dirty="0"/>
              <a:t>Chart Type: </a:t>
            </a:r>
            <a:r>
              <a:rPr lang="en-IN" dirty="0"/>
              <a:t>Line Chart.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154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DE53E2-B1B6-56F3-D976-E56521233069}"/>
              </a:ext>
            </a:extLst>
          </p:cNvPr>
          <p:cNvSpPr txBox="1"/>
          <p:nvPr/>
        </p:nvSpPr>
        <p:spPr>
          <a:xfrm>
            <a:off x="653845" y="489154"/>
            <a:ext cx="108843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C0C0C0"/>
                </a:highlight>
              </a:rPr>
              <a:t>Chart 5: Sales by Outlet Size</a:t>
            </a:r>
          </a:p>
          <a:p>
            <a:endParaRPr lang="en-IN" dirty="0"/>
          </a:p>
          <a:p>
            <a:r>
              <a:rPr lang="en-IN" b="1" dirty="0"/>
              <a:t>Objective: </a:t>
            </a:r>
            <a:r>
              <a:rPr lang="en-IN" dirty="0" err="1"/>
              <a:t>Analyze</a:t>
            </a:r>
            <a:r>
              <a:rPr lang="en-IN" dirty="0"/>
              <a:t> the correlation between the physical size of the outlet and its total sales.</a:t>
            </a:r>
          </a:p>
          <a:p>
            <a:endParaRPr lang="en-IN" dirty="0"/>
          </a:p>
          <a:p>
            <a:r>
              <a:rPr lang="en-IN" b="1" dirty="0"/>
              <a:t>Chart Type: </a:t>
            </a:r>
            <a:r>
              <a:rPr lang="en-IN" dirty="0"/>
              <a:t>Donut/Pie Chart.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517B0E-6AD8-D4DA-6C19-5E0A20F6C7FF}"/>
              </a:ext>
            </a:extLst>
          </p:cNvPr>
          <p:cNvSpPr txBox="1"/>
          <p:nvPr/>
        </p:nvSpPr>
        <p:spPr>
          <a:xfrm>
            <a:off x="653845" y="2460521"/>
            <a:ext cx="108843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C0C0C0"/>
                </a:highlight>
              </a:rPr>
              <a:t>Chart 6: Sales by Outlet Location</a:t>
            </a:r>
          </a:p>
          <a:p>
            <a:endParaRPr lang="en-IN" dirty="0"/>
          </a:p>
          <a:p>
            <a:r>
              <a:rPr lang="en-IN" b="1" dirty="0"/>
              <a:t>Objective: </a:t>
            </a:r>
            <a:r>
              <a:rPr lang="en-IN" dirty="0"/>
              <a:t>Assess the geographic distribution of sales across different solutions.</a:t>
            </a:r>
          </a:p>
          <a:p>
            <a:endParaRPr lang="en-IN" dirty="0"/>
          </a:p>
          <a:p>
            <a:r>
              <a:rPr lang="en-IN" b="1" dirty="0"/>
              <a:t>Chart Type: </a:t>
            </a:r>
            <a:r>
              <a:rPr lang="en-IN" dirty="0"/>
              <a:t>Funnel Map.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844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339</Words>
  <Application>Microsoft Office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Blinkit Analysis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Tejeendra</dc:creator>
  <cp:lastModifiedBy>A Tejeendra</cp:lastModifiedBy>
  <cp:revision>1</cp:revision>
  <dcterms:created xsi:type="dcterms:W3CDTF">2026-03-03T15:24:41Z</dcterms:created>
  <dcterms:modified xsi:type="dcterms:W3CDTF">2026-03-03T16:53:38Z</dcterms:modified>
</cp:coreProperties>
</file>